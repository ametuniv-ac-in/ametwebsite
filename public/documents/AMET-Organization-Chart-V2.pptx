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5125700" cy="11525250"/>
  <p:notesSz cx="15125700" cy="1152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1608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4427" y="3572827"/>
            <a:ext cx="12856845" cy="24203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8855" y="6454140"/>
            <a:ext cx="10587990" cy="288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6285" y="2650807"/>
            <a:ext cx="6579679" cy="7606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789735" y="2650807"/>
            <a:ext cx="6579679" cy="7606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285" y="461010"/>
            <a:ext cx="13613130" cy="184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285" y="2650807"/>
            <a:ext cx="13613130" cy="7606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42738" y="10718483"/>
            <a:ext cx="4840224" cy="576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56285" y="10718483"/>
            <a:ext cx="3478911" cy="576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90504" y="10718483"/>
            <a:ext cx="3478911" cy="576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36784" y="2888868"/>
            <a:ext cx="85344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1620" marR="5080" indent="-249554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Administration Ofce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6634" y="2884116"/>
            <a:ext cx="85344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marR="5080" indent="-190500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Administration Finance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36485" y="2884137"/>
            <a:ext cx="85344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6845" marR="5080" indent="-144780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Administration Research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35651" y="2891766"/>
            <a:ext cx="94234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Administration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Student</a:t>
            </a:r>
            <a:r>
              <a:rPr sz="1100" b="1" spc="7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Support Service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66372" y="2884147"/>
            <a:ext cx="947419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Administration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Public</a:t>
            </a:r>
            <a:r>
              <a:rPr sz="1100" b="1" spc="5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Relations Ofce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5822" y="3408553"/>
            <a:ext cx="78613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794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Controller</a:t>
            </a:r>
            <a:r>
              <a:rPr sz="1100" b="1" spc="9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Examinations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6215" y="3973727"/>
            <a:ext cx="59499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0340" marR="5080" indent="-167640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Additional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COE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8170" y="4612133"/>
            <a:ext cx="60896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Assistants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65593" y="3416194"/>
            <a:ext cx="1044575" cy="1504950"/>
          </a:xfrm>
          <a:custGeom>
            <a:avLst/>
            <a:gdLst/>
            <a:ahLst/>
            <a:cxnLst/>
            <a:rect l="l" t="t" r="r" b="b"/>
            <a:pathLst>
              <a:path w="1044575" h="1504950">
                <a:moveTo>
                  <a:pt x="45727" y="0"/>
                </a:moveTo>
                <a:lnTo>
                  <a:pt x="1043950" y="0"/>
                </a:lnTo>
                <a:lnTo>
                  <a:pt x="1043950" y="361021"/>
                </a:lnTo>
                <a:lnTo>
                  <a:pt x="45727" y="361021"/>
                </a:lnTo>
                <a:lnTo>
                  <a:pt x="45727" y="0"/>
                </a:lnTo>
                <a:close/>
              </a:path>
              <a:path w="1044575" h="1504950">
                <a:moveTo>
                  <a:pt x="30485" y="570128"/>
                </a:moveTo>
                <a:lnTo>
                  <a:pt x="1028707" y="570128"/>
                </a:lnTo>
                <a:lnTo>
                  <a:pt x="1028707" y="931150"/>
                </a:lnTo>
                <a:lnTo>
                  <a:pt x="30485" y="931150"/>
                </a:lnTo>
                <a:lnTo>
                  <a:pt x="30485" y="570128"/>
                </a:lnTo>
                <a:close/>
              </a:path>
              <a:path w="1044575" h="1504950">
                <a:moveTo>
                  <a:pt x="0" y="1143457"/>
                </a:moveTo>
                <a:lnTo>
                  <a:pt x="998222" y="1143457"/>
                </a:lnTo>
                <a:lnTo>
                  <a:pt x="998222" y="1504478"/>
                </a:lnTo>
                <a:lnTo>
                  <a:pt x="0" y="1504478"/>
                </a:lnTo>
                <a:lnTo>
                  <a:pt x="0" y="1143457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01542" y="3408553"/>
            <a:ext cx="55308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6040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Deputy Registrar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0799" y="3973727"/>
            <a:ext cx="55308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175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Assistant Registrar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89965" y="5058220"/>
            <a:ext cx="931544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1620" marR="5080" indent="-249554">
              <a:lnSpc>
                <a:spcPct val="102800"/>
              </a:lnSpc>
              <a:spcBef>
                <a:spcPts val="90"/>
              </a:spcBef>
            </a:pPr>
            <a:r>
              <a:rPr sz="1100" b="1" spc="-30" dirty="0">
                <a:solidFill>
                  <a:srgbClr val="231F20"/>
                </a:solidFill>
                <a:latin typeface="Swis721 Cn BT"/>
                <a:cs typeface="Swis721 Cn BT"/>
              </a:rPr>
              <a:t>Assistant</a:t>
            </a:r>
            <a:r>
              <a:rPr sz="1100" b="1" spc="1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30" dirty="0">
                <a:solidFill>
                  <a:srgbClr val="231F20"/>
                </a:solidFill>
                <a:latin typeface="Swis721 Cn BT"/>
                <a:cs typeface="Swis721 Cn BT"/>
              </a:rPr>
              <a:t>Section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Ofcers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42033" y="4554724"/>
            <a:ext cx="41783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" marR="5080" indent="-22225">
              <a:lnSpc>
                <a:spcPct val="1028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231F20"/>
                </a:solidFill>
                <a:latin typeface="Swis721 Cn BT"/>
                <a:cs typeface="Swis721 Cn BT"/>
              </a:rPr>
              <a:t>Section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Ofcer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80884" y="5632661"/>
            <a:ext cx="60896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Assistants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48766" y="3416194"/>
            <a:ext cx="1033780" cy="2005330"/>
          </a:xfrm>
          <a:custGeom>
            <a:avLst/>
            <a:gdLst/>
            <a:ahLst/>
            <a:cxnLst/>
            <a:rect l="l" t="t" r="r" b="b"/>
            <a:pathLst>
              <a:path w="1033779" h="2005329">
                <a:moveTo>
                  <a:pt x="35269" y="0"/>
                </a:moveTo>
                <a:lnTo>
                  <a:pt x="1033491" y="0"/>
                </a:lnTo>
                <a:lnTo>
                  <a:pt x="1033491" y="361021"/>
                </a:lnTo>
                <a:lnTo>
                  <a:pt x="35269" y="361021"/>
                </a:lnTo>
                <a:lnTo>
                  <a:pt x="35269" y="0"/>
                </a:lnTo>
                <a:close/>
              </a:path>
              <a:path w="1033779" h="2005329">
                <a:moveTo>
                  <a:pt x="20026" y="570128"/>
                </a:moveTo>
                <a:lnTo>
                  <a:pt x="1018249" y="570128"/>
                </a:lnTo>
                <a:lnTo>
                  <a:pt x="1018249" y="931150"/>
                </a:lnTo>
                <a:lnTo>
                  <a:pt x="20026" y="931150"/>
                </a:lnTo>
                <a:lnTo>
                  <a:pt x="20026" y="570128"/>
                </a:lnTo>
                <a:close/>
              </a:path>
              <a:path w="1033779" h="2005329">
                <a:moveTo>
                  <a:pt x="4784" y="1644256"/>
                </a:moveTo>
                <a:lnTo>
                  <a:pt x="1003006" y="1644256"/>
                </a:lnTo>
                <a:lnTo>
                  <a:pt x="1003006" y="2005279"/>
                </a:lnTo>
                <a:lnTo>
                  <a:pt x="4784" y="2005279"/>
                </a:lnTo>
                <a:lnTo>
                  <a:pt x="4784" y="1644256"/>
                </a:lnTo>
                <a:close/>
              </a:path>
              <a:path w="1033779" h="2005329">
                <a:moveTo>
                  <a:pt x="0" y="1143457"/>
                </a:moveTo>
                <a:lnTo>
                  <a:pt x="998222" y="1143457"/>
                </a:lnTo>
                <a:lnTo>
                  <a:pt x="998222" y="1504478"/>
                </a:lnTo>
                <a:lnTo>
                  <a:pt x="0" y="1504478"/>
                </a:lnTo>
                <a:lnTo>
                  <a:pt x="0" y="1143457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27654" y="3408553"/>
            <a:ext cx="58547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5880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Finance Controller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37218" y="3973727"/>
            <a:ext cx="544830" cy="370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AR</a:t>
            </a:r>
            <a:r>
              <a:rPr sz="1100" b="1" spc="2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50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endParaRPr sz="1100">
              <a:latin typeface="Swis721 Cn BT"/>
              <a:cs typeface="Swis721 Cn BT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Accounts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25814" y="4544713"/>
            <a:ext cx="54483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685" marR="5080" indent="-7620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Accounts Manager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138308" y="3416194"/>
            <a:ext cx="2186305" cy="2525395"/>
          </a:xfrm>
          <a:custGeom>
            <a:avLst/>
            <a:gdLst/>
            <a:ahLst/>
            <a:cxnLst/>
            <a:rect l="l" t="t" r="r" b="b"/>
            <a:pathLst>
              <a:path w="2186304" h="2525395">
                <a:moveTo>
                  <a:pt x="1187956" y="0"/>
                </a:moveTo>
                <a:lnTo>
                  <a:pt x="2186179" y="0"/>
                </a:lnTo>
                <a:lnTo>
                  <a:pt x="2186179" y="361021"/>
                </a:lnTo>
                <a:lnTo>
                  <a:pt x="1187956" y="361021"/>
                </a:lnTo>
                <a:lnTo>
                  <a:pt x="1187956" y="0"/>
                </a:lnTo>
                <a:close/>
              </a:path>
              <a:path w="2186304" h="2525395">
                <a:moveTo>
                  <a:pt x="1172715" y="570128"/>
                </a:moveTo>
                <a:lnTo>
                  <a:pt x="2170936" y="570128"/>
                </a:lnTo>
                <a:lnTo>
                  <a:pt x="2170936" y="931150"/>
                </a:lnTo>
                <a:lnTo>
                  <a:pt x="1172715" y="931150"/>
                </a:lnTo>
                <a:lnTo>
                  <a:pt x="1172715" y="570128"/>
                </a:lnTo>
                <a:close/>
              </a:path>
              <a:path w="2186304" h="2525395">
                <a:moveTo>
                  <a:pt x="1157472" y="1140256"/>
                </a:moveTo>
                <a:lnTo>
                  <a:pt x="2155695" y="1140256"/>
                </a:lnTo>
                <a:lnTo>
                  <a:pt x="2155695" y="1501278"/>
                </a:lnTo>
                <a:lnTo>
                  <a:pt x="1157472" y="1501278"/>
                </a:lnTo>
                <a:lnTo>
                  <a:pt x="1157472" y="1140256"/>
                </a:lnTo>
                <a:close/>
              </a:path>
              <a:path w="2186304" h="2525395">
                <a:moveTo>
                  <a:pt x="0" y="2163984"/>
                </a:moveTo>
                <a:lnTo>
                  <a:pt x="998222" y="2163984"/>
                </a:lnTo>
                <a:lnTo>
                  <a:pt x="998222" y="2525007"/>
                </a:lnTo>
                <a:lnTo>
                  <a:pt x="0" y="2525007"/>
                </a:lnTo>
                <a:lnTo>
                  <a:pt x="0" y="2163984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661980" y="6276993"/>
            <a:ext cx="104013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DGS</a:t>
            </a:r>
            <a:r>
              <a:rPr sz="1100" b="1" spc="4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Programmes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446350" y="6206222"/>
            <a:ext cx="1475105" cy="361315"/>
          </a:xfrm>
          <a:custGeom>
            <a:avLst/>
            <a:gdLst/>
            <a:ahLst/>
            <a:cxnLst/>
            <a:rect l="l" t="t" r="r" b="b"/>
            <a:pathLst>
              <a:path w="1475105" h="361315">
                <a:moveTo>
                  <a:pt x="0" y="0"/>
                </a:moveTo>
                <a:lnTo>
                  <a:pt x="1474623" y="0"/>
                </a:lnTo>
                <a:lnTo>
                  <a:pt x="1474623" y="361021"/>
                </a:lnTo>
                <a:lnTo>
                  <a:pt x="0" y="361021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162151" y="6276993"/>
            <a:ext cx="142113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UGC/AICTE</a:t>
            </a:r>
            <a:r>
              <a:rPr sz="1100" b="1" spc="9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Programmes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098132" y="6206222"/>
            <a:ext cx="1552575" cy="361315"/>
          </a:xfrm>
          <a:custGeom>
            <a:avLst/>
            <a:gdLst/>
            <a:ahLst/>
            <a:cxnLst/>
            <a:rect l="l" t="t" r="r" b="b"/>
            <a:pathLst>
              <a:path w="1552575" h="361315">
                <a:moveTo>
                  <a:pt x="0" y="0"/>
                </a:moveTo>
                <a:lnTo>
                  <a:pt x="1552304" y="0"/>
                </a:lnTo>
                <a:lnTo>
                  <a:pt x="1552304" y="361021"/>
                </a:lnTo>
                <a:lnTo>
                  <a:pt x="0" y="361021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917731" y="6755314"/>
            <a:ext cx="53086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Principal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47232" y="8497297"/>
            <a:ext cx="434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Faculty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7166" y="9082513"/>
            <a:ext cx="6388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Instructors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48894" y="7848933"/>
            <a:ext cx="836294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0645" marR="5080" indent="-6858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Dean</a:t>
            </a:r>
            <a:r>
              <a:rPr sz="1100" b="1" spc="3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3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Marine Engineering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61766" y="7852667"/>
            <a:ext cx="90487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6695" marR="5080" indent="-214629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Dean</a:t>
            </a:r>
            <a:r>
              <a:rPr sz="1100" b="1" spc="3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3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Nautical Science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74586" y="7228005"/>
            <a:ext cx="121983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7950" marR="5080" indent="-95885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Chairperson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School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of</a:t>
            </a:r>
            <a:r>
              <a:rPr sz="1100" b="1" spc="4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Marine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Studies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30840" y="7154950"/>
            <a:ext cx="1265555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Chairperson</a:t>
            </a:r>
            <a:r>
              <a:rPr sz="1100" b="1" spc="11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50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500" dirty="0">
                <a:solidFill>
                  <a:srgbClr val="231F20"/>
                </a:solidFill>
                <a:latin typeface="Swis721 Cn BT"/>
                <a:cs typeface="Swis721 Cn BT"/>
              </a:rPr>
              <a:t> 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School</a:t>
            </a:r>
            <a:r>
              <a:rPr sz="1100" b="1" spc="4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of</a:t>
            </a:r>
            <a:r>
              <a:rPr sz="1100" b="1" spc="4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Engineering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and</a:t>
            </a:r>
            <a:r>
              <a:rPr sz="1100" b="1" spc="3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Technology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14655" y="8417913"/>
            <a:ext cx="122174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0" marR="126364" indent="278130">
              <a:lnSpc>
                <a:spcPct val="102800"/>
              </a:lnSpc>
              <a:spcBef>
                <a:spcPts val="90"/>
              </a:spcBef>
            </a:pPr>
            <a:r>
              <a:rPr sz="1100" b="1" spc="-50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-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spc="-40" dirty="0">
                <a:solidFill>
                  <a:srgbClr val="231F20"/>
                </a:solidFill>
                <a:latin typeface="Swis721 Cn BT"/>
                <a:cs typeface="Swis721 Cn BT"/>
              </a:rPr>
              <a:t>Naval</a:t>
            </a:r>
            <a:r>
              <a:rPr sz="1100" b="1" spc="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40" dirty="0">
                <a:solidFill>
                  <a:srgbClr val="231F20"/>
                </a:solidFill>
                <a:latin typeface="Swis721 Cn BT"/>
                <a:cs typeface="Swis721 Cn BT"/>
              </a:rPr>
              <a:t>Architecture</a:t>
            </a:r>
            <a:endParaRPr sz="1100">
              <a:latin typeface="Swis721 Cn BT"/>
              <a:cs typeface="Swis721 Cn B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60" dirty="0">
                <a:solidFill>
                  <a:srgbClr val="231F20"/>
                </a:solidFill>
                <a:latin typeface="Swis721 Cn BT"/>
                <a:cs typeface="Swis721 Cn BT"/>
              </a:rPr>
              <a:t>&amp;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40" dirty="0">
                <a:solidFill>
                  <a:srgbClr val="231F20"/>
                </a:solidFill>
                <a:latin typeface="Swis721 Cn BT"/>
                <a:cs typeface="Swis721 Cn BT"/>
              </a:rPr>
              <a:t>Offshore</a:t>
            </a:r>
            <a:r>
              <a:rPr sz="1100" b="1" spc="-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35" dirty="0">
                <a:solidFill>
                  <a:srgbClr val="231F20"/>
                </a:solidFill>
                <a:latin typeface="Swis721 Cn BT"/>
                <a:cs typeface="Swis721 Cn BT"/>
              </a:rPr>
              <a:t>Engineering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79236" y="7739187"/>
            <a:ext cx="69977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 algn="ctr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Petroleum Engineering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72033" y="9118020"/>
            <a:ext cx="112395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3020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Harbour</a:t>
            </a:r>
            <a:r>
              <a:rPr sz="1100" b="1" spc="5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and</a:t>
            </a:r>
            <a:r>
              <a:rPr sz="1100" b="1" spc="5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Ocean</a:t>
            </a:r>
            <a:endParaRPr sz="1100">
              <a:latin typeface="Swis721 Cn BT"/>
              <a:cs typeface="Swis721 Cn BT"/>
            </a:endParaRPr>
          </a:p>
          <a:p>
            <a:pPr marL="224154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Engineering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03062" y="8746917"/>
            <a:ext cx="69977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 algn="ctr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Mining Engineering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13103" y="7906832"/>
            <a:ext cx="69977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1811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Mechanical Engineering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554537" y="8789077"/>
            <a:ext cx="96520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50825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Food</a:t>
            </a:r>
            <a:r>
              <a:rPr sz="1100" b="1" spc="1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Processing</a:t>
            </a:r>
            <a:endParaRPr sz="1100">
              <a:latin typeface="Swis721 Cn BT"/>
              <a:cs typeface="Swis721 Cn BT"/>
            </a:endParaRPr>
          </a:p>
          <a:p>
            <a:pPr marL="164465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Technology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41117" y="8755456"/>
            <a:ext cx="680085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0795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Information Technology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45192" y="7980981"/>
            <a:ext cx="46355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4460" marR="5080" indent="-112395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EEE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45926" y="7154118"/>
            <a:ext cx="125095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Chairperson</a:t>
            </a:r>
            <a:r>
              <a:rPr sz="1100" b="1" spc="11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50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500" dirty="0">
                <a:solidFill>
                  <a:srgbClr val="231F20"/>
                </a:solidFill>
                <a:latin typeface="Swis721 Cn BT"/>
                <a:cs typeface="Swis721 Cn BT"/>
              </a:rPr>
              <a:t> 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School</a:t>
            </a:r>
            <a:r>
              <a:rPr sz="1100" b="1" spc="4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of</a:t>
            </a:r>
            <a:r>
              <a:rPr sz="1100" b="1" spc="4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Electrical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and</a:t>
            </a:r>
            <a:r>
              <a:rPr sz="1100" b="1" spc="6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Electronics</a:t>
            </a:r>
            <a:r>
              <a:rPr sz="1100" b="1" spc="7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Engg.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34359" y="7155094"/>
            <a:ext cx="123698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255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Chairperson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School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of</a:t>
            </a:r>
            <a:r>
              <a:rPr sz="1100" b="1" spc="4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Ocean</a:t>
            </a:r>
            <a:r>
              <a:rPr sz="1100" b="1" spc="4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Engineering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332687" y="7155804"/>
            <a:ext cx="121983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7795" marR="5080" indent="-12573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Chairperson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School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of</a:t>
            </a:r>
            <a:r>
              <a:rPr sz="1100" b="1" spc="2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Biotechnology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943658" y="7155804"/>
            <a:ext cx="136969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4295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Chairperson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School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of</a:t>
            </a:r>
            <a:r>
              <a:rPr sz="1100" b="1" spc="7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Management</a:t>
            </a:r>
            <a:r>
              <a:rPr sz="1100" b="1" spc="7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Studies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598769" y="7135040"/>
            <a:ext cx="152717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5367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Chairperson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School</a:t>
            </a:r>
            <a:r>
              <a:rPr sz="1100" b="1" spc="500" dirty="0">
                <a:solidFill>
                  <a:srgbClr val="231F20"/>
                </a:solidFill>
                <a:latin typeface="Swis721 Cn BT"/>
                <a:cs typeface="Swis721 Cn BT"/>
              </a:rPr>
              <a:t> 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of</a:t>
            </a:r>
            <a:r>
              <a:rPr sz="1100" b="1" spc="4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Science</a:t>
            </a:r>
            <a:r>
              <a:rPr sz="1100" b="1" spc="4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and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humanities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966809" y="6684544"/>
            <a:ext cx="7607300" cy="3027680"/>
          </a:xfrm>
          <a:custGeom>
            <a:avLst/>
            <a:gdLst/>
            <a:ahLst/>
            <a:cxnLst/>
            <a:rect l="l" t="t" r="r" b="b"/>
            <a:pathLst>
              <a:path w="7607300" h="3027679">
                <a:moveTo>
                  <a:pt x="717743" y="0"/>
                </a:moveTo>
                <a:lnTo>
                  <a:pt x="1715964" y="0"/>
                </a:lnTo>
                <a:lnTo>
                  <a:pt x="1715964" y="361021"/>
                </a:lnTo>
                <a:lnTo>
                  <a:pt x="717743" y="361021"/>
                </a:lnTo>
                <a:lnTo>
                  <a:pt x="717743" y="0"/>
                </a:lnTo>
                <a:close/>
              </a:path>
              <a:path w="7607300" h="3027679">
                <a:moveTo>
                  <a:pt x="102365" y="1741981"/>
                </a:moveTo>
                <a:lnTo>
                  <a:pt x="1100588" y="1741981"/>
                </a:lnTo>
                <a:lnTo>
                  <a:pt x="1100588" y="2103004"/>
                </a:lnTo>
                <a:lnTo>
                  <a:pt x="102365" y="2103004"/>
                </a:lnTo>
                <a:lnTo>
                  <a:pt x="102365" y="1741981"/>
                </a:lnTo>
                <a:close/>
              </a:path>
              <a:path w="7607300" h="3027679">
                <a:moveTo>
                  <a:pt x="102365" y="2327197"/>
                </a:moveTo>
                <a:lnTo>
                  <a:pt x="1100588" y="2327197"/>
                </a:lnTo>
                <a:lnTo>
                  <a:pt x="1100588" y="2688220"/>
                </a:lnTo>
                <a:lnTo>
                  <a:pt x="102365" y="2688220"/>
                </a:lnTo>
                <a:lnTo>
                  <a:pt x="102365" y="2327197"/>
                </a:lnTo>
                <a:close/>
              </a:path>
              <a:path w="7607300" h="3027679">
                <a:moveTo>
                  <a:pt x="102365" y="1166770"/>
                </a:moveTo>
                <a:lnTo>
                  <a:pt x="1100588" y="1166770"/>
                </a:lnTo>
                <a:lnTo>
                  <a:pt x="1100588" y="1527792"/>
                </a:lnTo>
                <a:lnTo>
                  <a:pt x="102365" y="1527792"/>
                </a:lnTo>
                <a:lnTo>
                  <a:pt x="102365" y="1166770"/>
                </a:lnTo>
                <a:close/>
              </a:path>
              <a:path w="7607300" h="3027679">
                <a:moveTo>
                  <a:pt x="1349693" y="1170503"/>
                </a:moveTo>
                <a:lnTo>
                  <a:pt x="2347916" y="1170503"/>
                </a:lnTo>
                <a:lnTo>
                  <a:pt x="2347916" y="1531526"/>
                </a:lnTo>
                <a:lnTo>
                  <a:pt x="1349693" y="1531526"/>
                </a:lnTo>
                <a:lnTo>
                  <a:pt x="1349693" y="1170503"/>
                </a:lnTo>
                <a:close/>
              </a:path>
              <a:path w="7607300" h="3027679">
                <a:moveTo>
                  <a:pt x="0" y="445992"/>
                </a:moveTo>
                <a:lnTo>
                  <a:pt x="2433707" y="445992"/>
                </a:lnTo>
                <a:lnTo>
                  <a:pt x="2433707" y="1004964"/>
                </a:lnTo>
                <a:lnTo>
                  <a:pt x="0" y="1004964"/>
                </a:lnTo>
                <a:lnTo>
                  <a:pt x="0" y="445992"/>
                </a:lnTo>
                <a:close/>
              </a:path>
              <a:path w="7607300" h="3027679">
                <a:moveTo>
                  <a:pt x="2865153" y="451241"/>
                </a:moveTo>
                <a:lnTo>
                  <a:pt x="4331257" y="451241"/>
                </a:lnTo>
                <a:lnTo>
                  <a:pt x="4331257" y="1010196"/>
                </a:lnTo>
                <a:lnTo>
                  <a:pt x="2865153" y="1010196"/>
                </a:lnTo>
                <a:lnTo>
                  <a:pt x="2865153" y="451241"/>
                </a:lnTo>
                <a:close/>
              </a:path>
              <a:path w="7607300" h="3027679">
                <a:moveTo>
                  <a:pt x="6320735" y="1722981"/>
                </a:moveTo>
                <a:lnTo>
                  <a:pt x="7596378" y="1722981"/>
                </a:lnTo>
                <a:lnTo>
                  <a:pt x="7596378" y="2340410"/>
                </a:lnTo>
                <a:lnTo>
                  <a:pt x="6320735" y="2340410"/>
                </a:lnTo>
                <a:lnTo>
                  <a:pt x="6320735" y="1722981"/>
                </a:lnTo>
                <a:close/>
              </a:path>
              <a:path w="7607300" h="3027679">
                <a:moveTo>
                  <a:pt x="6332979" y="1031320"/>
                </a:moveTo>
                <a:lnTo>
                  <a:pt x="7592579" y="1031320"/>
                </a:lnTo>
                <a:lnTo>
                  <a:pt x="7592579" y="1648749"/>
                </a:lnTo>
                <a:lnTo>
                  <a:pt x="6332979" y="1648749"/>
                </a:lnTo>
                <a:lnTo>
                  <a:pt x="6332979" y="1031320"/>
                </a:lnTo>
                <a:close/>
              </a:path>
              <a:path w="7607300" h="3027679">
                <a:moveTo>
                  <a:pt x="6328630" y="2410152"/>
                </a:moveTo>
                <a:lnTo>
                  <a:pt x="7606868" y="2410152"/>
                </a:lnTo>
                <a:lnTo>
                  <a:pt x="7606868" y="3027582"/>
                </a:lnTo>
                <a:lnTo>
                  <a:pt x="6328630" y="3027582"/>
                </a:lnTo>
                <a:lnTo>
                  <a:pt x="6328630" y="2410152"/>
                </a:lnTo>
                <a:close/>
              </a:path>
              <a:path w="7607300" h="3027679">
                <a:moveTo>
                  <a:pt x="3015507" y="2043209"/>
                </a:moveTo>
                <a:lnTo>
                  <a:pt x="4356370" y="2043209"/>
                </a:lnTo>
                <a:lnTo>
                  <a:pt x="4356370" y="2660637"/>
                </a:lnTo>
                <a:lnTo>
                  <a:pt x="3015507" y="2660637"/>
                </a:lnTo>
                <a:lnTo>
                  <a:pt x="3015507" y="2043209"/>
                </a:lnTo>
                <a:close/>
              </a:path>
              <a:path w="7607300" h="3027679">
                <a:moveTo>
                  <a:pt x="3025540" y="1203123"/>
                </a:moveTo>
                <a:lnTo>
                  <a:pt x="4366403" y="1203123"/>
                </a:lnTo>
                <a:lnTo>
                  <a:pt x="4366403" y="1820552"/>
                </a:lnTo>
                <a:lnTo>
                  <a:pt x="3025540" y="1820552"/>
                </a:lnTo>
                <a:lnTo>
                  <a:pt x="3025540" y="1203123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9576014" y="7904085"/>
            <a:ext cx="824865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Marine Biotechnology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810506" y="7904095"/>
            <a:ext cx="113792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37185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Physics,</a:t>
            </a:r>
            <a:r>
              <a:rPr sz="1100" b="1" spc="7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Chemistry,</a:t>
            </a:r>
            <a:endParaRPr sz="1100">
              <a:latin typeface="Swis721 Cn BT"/>
              <a:cs typeface="Swis721 Cn BT"/>
            </a:endParaRPr>
          </a:p>
          <a:p>
            <a:pPr marL="151130">
              <a:lnSpc>
                <a:spcPct val="100000"/>
              </a:lnSpc>
              <a:spcBef>
                <a:spcPts val="4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Maths,</a:t>
            </a:r>
            <a:r>
              <a:rPr sz="1100" b="1" spc="6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English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835498" y="8854178"/>
            <a:ext cx="109791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3495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Director</a:t>
            </a:r>
            <a:r>
              <a:rPr sz="1100" b="1" spc="7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Physical</a:t>
            </a:r>
            <a:r>
              <a:rPr sz="1100" b="1" spc="7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Education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439887" y="7135785"/>
            <a:ext cx="8713470" cy="2246630"/>
          </a:xfrm>
          <a:custGeom>
            <a:avLst/>
            <a:gdLst/>
            <a:ahLst/>
            <a:cxnLst/>
            <a:rect l="l" t="t" r="r" b="b"/>
            <a:pathLst>
              <a:path w="8713469" h="2246629">
                <a:moveTo>
                  <a:pt x="3935383" y="749134"/>
                </a:moveTo>
                <a:lnTo>
                  <a:pt x="5169179" y="749134"/>
                </a:lnTo>
                <a:lnTo>
                  <a:pt x="5169179" y="1366564"/>
                </a:lnTo>
                <a:lnTo>
                  <a:pt x="3935383" y="1366564"/>
                </a:lnTo>
                <a:lnTo>
                  <a:pt x="3935383" y="749134"/>
                </a:lnTo>
                <a:close/>
              </a:path>
              <a:path w="8713469" h="2246629">
                <a:moveTo>
                  <a:pt x="7326508" y="749146"/>
                </a:moveTo>
                <a:lnTo>
                  <a:pt x="8560306" y="749146"/>
                </a:lnTo>
                <a:lnTo>
                  <a:pt x="8560306" y="1366574"/>
                </a:lnTo>
                <a:lnTo>
                  <a:pt x="7326508" y="1366574"/>
                </a:lnTo>
                <a:lnTo>
                  <a:pt x="7326508" y="749146"/>
                </a:lnTo>
                <a:close/>
              </a:path>
              <a:path w="8713469" h="2246629">
                <a:moveTo>
                  <a:pt x="7324657" y="1629068"/>
                </a:moveTo>
                <a:lnTo>
                  <a:pt x="8565671" y="1629068"/>
                </a:lnTo>
                <a:lnTo>
                  <a:pt x="8565671" y="2246497"/>
                </a:lnTo>
                <a:lnTo>
                  <a:pt x="7324657" y="2246497"/>
                </a:lnTo>
                <a:lnTo>
                  <a:pt x="7324657" y="1629068"/>
                </a:lnTo>
                <a:close/>
              </a:path>
              <a:path w="8713469" h="2246629">
                <a:moveTo>
                  <a:pt x="3926513" y="1620511"/>
                </a:moveTo>
                <a:lnTo>
                  <a:pt x="5172750" y="1620511"/>
                </a:lnTo>
                <a:lnTo>
                  <a:pt x="5172750" y="2237940"/>
                </a:lnTo>
                <a:lnTo>
                  <a:pt x="3926513" y="2237940"/>
                </a:lnTo>
                <a:lnTo>
                  <a:pt x="3926513" y="1620511"/>
                </a:lnTo>
                <a:close/>
              </a:path>
              <a:path w="8713469" h="2246629">
                <a:moveTo>
                  <a:pt x="170489" y="1600506"/>
                </a:moveTo>
                <a:lnTo>
                  <a:pt x="1511352" y="1600506"/>
                </a:lnTo>
                <a:lnTo>
                  <a:pt x="1511352" y="2217935"/>
                </a:lnTo>
                <a:lnTo>
                  <a:pt x="170489" y="2217935"/>
                </a:lnTo>
                <a:lnTo>
                  <a:pt x="170489" y="1600506"/>
                </a:lnTo>
                <a:close/>
              </a:path>
              <a:path w="8713469" h="2246629">
                <a:moveTo>
                  <a:pt x="166241" y="752878"/>
                </a:moveTo>
                <a:lnTo>
                  <a:pt x="1507103" y="752878"/>
                </a:lnTo>
                <a:lnTo>
                  <a:pt x="1507103" y="1370308"/>
                </a:lnTo>
                <a:lnTo>
                  <a:pt x="166241" y="1370308"/>
                </a:lnTo>
                <a:lnTo>
                  <a:pt x="166241" y="752878"/>
                </a:lnTo>
                <a:close/>
              </a:path>
              <a:path w="8713469" h="2246629">
                <a:moveTo>
                  <a:pt x="0" y="0"/>
                </a:moveTo>
                <a:lnTo>
                  <a:pt x="1466104" y="0"/>
                </a:lnTo>
                <a:lnTo>
                  <a:pt x="1466104" y="563713"/>
                </a:lnTo>
                <a:lnTo>
                  <a:pt x="0" y="563713"/>
                </a:lnTo>
                <a:lnTo>
                  <a:pt x="0" y="0"/>
                </a:lnTo>
                <a:close/>
              </a:path>
              <a:path w="8713469" h="2246629">
                <a:moveTo>
                  <a:pt x="1681347" y="3"/>
                </a:moveTo>
                <a:lnTo>
                  <a:pt x="3147454" y="3"/>
                </a:lnTo>
                <a:lnTo>
                  <a:pt x="3147454" y="431996"/>
                </a:lnTo>
                <a:lnTo>
                  <a:pt x="1681347" y="431996"/>
                </a:lnTo>
                <a:lnTo>
                  <a:pt x="1681347" y="3"/>
                </a:lnTo>
                <a:close/>
              </a:path>
              <a:path w="8713469" h="2246629">
                <a:moveTo>
                  <a:pt x="3756268" y="0"/>
                </a:moveTo>
                <a:lnTo>
                  <a:pt x="5251701" y="0"/>
                </a:lnTo>
                <a:lnTo>
                  <a:pt x="5251701" y="434343"/>
                </a:lnTo>
                <a:lnTo>
                  <a:pt x="3756268" y="434343"/>
                </a:lnTo>
                <a:lnTo>
                  <a:pt x="3756268" y="0"/>
                </a:lnTo>
                <a:close/>
              </a:path>
              <a:path w="8713469" h="2246629">
                <a:moveTo>
                  <a:pt x="5442149" y="3"/>
                </a:moveTo>
                <a:lnTo>
                  <a:pt x="6937582" y="3"/>
                </a:lnTo>
                <a:lnTo>
                  <a:pt x="6937582" y="431996"/>
                </a:lnTo>
                <a:lnTo>
                  <a:pt x="5442149" y="431996"/>
                </a:lnTo>
                <a:lnTo>
                  <a:pt x="5442149" y="3"/>
                </a:lnTo>
                <a:close/>
              </a:path>
              <a:path w="8713469" h="2246629">
                <a:moveTo>
                  <a:pt x="7140039" y="3"/>
                </a:moveTo>
                <a:lnTo>
                  <a:pt x="8713303" y="3"/>
                </a:lnTo>
                <a:lnTo>
                  <a:pt x="8713303" y="431996"/>
                </a:lnTo>
                <a:lnTo>
                  <a:pt x="7140039" y="431996"/>
                </a:lnTo>
                <a:lnTo>
                  <a:pt x="7140039" y="3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695706" y="3408553"/>
            <a:ext cx="56388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0005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Director Research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22134" y="3975858"/>
            <a:ext cx="483234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1115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Deputy Director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498631" y="4554220"/>
            <a:ext cx="91313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6540" marR="5080" indent="-244475">
              <a:lnSpc>
                <a:spcPct val="1028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231F20"/>
                </a:solidFill>
                <a:latin typeface="Swis721 Cn BT"/>
                <a:cs typeface="Swis721 Cn BT"/>
              </a:rPr>
              <a:t>Assistant</a:t>
            </a:r>
            <a:r>
              <a:rPr sz="1100" b="1" spc="1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40" dirty="0">
                <a:solidFill>
                  <a:srgbClr val="231F20"/>
                </a:solidFill>
                <a:latin typeface="Swis721 Cn BT"/>
                <a:cs typeface="Swis721 Cn BT"/>
              </a:rPr>
              <a:t>Section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Ofcers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712180" y="5179061"/>
            <a:ext cx="5461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Assistant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468495" y="3416194"/>
            <a:ext cx="1013460" cy="931544"/>
          </a:xfrm>
          <a:custGeom>
            <a:avLst/>
            <a:gdLst/>
            <a:ahLst/>
            <a:cxnLst/>
            <a:rect l="l" t="t" r="r" b="b"/>
            <a:pathLst>
              <a:path w="1013459" h="931545">
                <a:moveTo>
                  <a:pt x="15242" y="0"/>
                </a:moveTo>
                <a:lnTo>
                  <a:pt x="1013465" y="0"/>
                </a:lnTo>
                <a:lnTo>
                  <a:pt x="1013465" y="361021"/>
                </a:lnTo>
                <a:lnTo>
                  <a:pt x="15242" y="361021"/>
                </a:lnTo>
                <a:lnTo>
                  <a:pt x="15242" y="0"/>
                </a:lnTo>
                <a:close/>
              </a:path>
              <a:path w="1013459" h="931545">
                <a:moveTo>
                  <a:pt x="0" y="570128"/>
                </a:moveTo>
                <a:lnTo>
                  <a:pt x="998222" y="570128"/>
                </a:lnTo>
                <a:lnTo>
                  <a:pt x="998222" y="931150"/>
                </a:lnTo>
                <a:lnTo>
                  <a:pt x="0" y="931150"/>
                </a:lnTo>
                <a:lnTo>
                  <a:pt x="0" y="570128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913514" y="3795722"/>
            <a:ext cx="4025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35" dirty="0">
                <a:solidFill>
                  <a:srgbClr val="231F20"/>
                </a:solidFill>
                <a:latin typeface="Swis721 Cn BT"/>
                <a:cs typeface="Swis721 Cn BT"/>
              </a:rPr>
              <a:t>Proctor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673813" y="4300639"/>
            <a:ext cx="997585" cy="1059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2240" indent="-129539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142240" algn="l"/>
              </a:tabLst>
            </a:pPr>
            <a:r>
              <a:rPr sz="1100" b="1" spc="-40" dirty="0">
                <a:solidFill>
                  <a:srgbClr val="231F20"/>
                </a:solidFill>
                <a:latin typeface="Swis721 Cn BT"/>
                <a:cs typeface="Swis721 Cn BT"/>
              </a:rPr>
              <a:t>Medical</a:t>
            </a:r>
            <a:r>
              <a:rPr sz="1100" b="1" spc="-2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Ofcer</a:t>
            </a:r>
            <a:endParaRPr sz="1100">
              <a:latin typeface="Swis721 Cn BT"/>
              <a:cs typeface="Swis721 Cn BT"/>
            </a:endParaRPr>
          </a:p>
          <a:p>
            <a:pPr marL="142240" indent="-129539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42240" algn="l"/>
              </a:tabLst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Counsellor</a:t>
            </a:r>
            <a:endParaRPr sz="1100">
              <a:latin typeface="Swis721 Cn BT"/>
              <a:cs typeface="Swis721 Cn BT"/>
            </a:endParaRPr>
          </a:p>
          <a:p>
            <a:pPr marL="142240" indent="-129539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42240" algn="l"/>
              </a:tabLst>
            </a:pPr>
            <a:r>
              <a:rPr sz="1100" b="1" spc="-70" dirty="0">
                <a:solidFill>
                  <a:srgbClr val="231F20"/>
                </a:solidFill>
                <a:latin typeface="Swis721 Cn BT"/>
                <a:cs typeface="Swis721 Cn BT"/>
              </a:rPr>
              <a:t>Yoga</a:t>
            </a:r>
            <a:r>
              <a:rPr sz="1100" b="1" spc="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Teacher</a:t>
            </a:r>
            <a:endParaRPr sz="1100">
              <a:latin typeface="Swis721 Cn BT"/>
              <a:cs typeface="Swis721 Cn BT"/>
            </a:endParaRPr>
          </a:p>
          <a:p>
            <a:pPr marL="142240" indent="-129539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142240" algn="l"/>
              </a:tabLst>
            </a:pPr>
            <a:r>
              <a:rPr sz="1100" b="1" spc="-35" dirty="0">
                <a:solidFill>
                  <a:srgbClr val="231F20"/>
                </a:solidFill>
                <a:latin typeface="Swis721 Cn BT"/>
                <a:cs typeface="Swis721 Cn BT"/>
              </a:rPr>
              <a:t>Security</a:t>
            </a:r>
            <a:r>
              <a:rPr sz="1100" b="1" spc="-30" dirty="0">
                <a:solidFill>
                  <a:srgbClr val="231F20"/>
                </a:solidFill>
                <a:latin typeface="Swis721 Cn BT"/>
                <a:cs typeface="Swis721 Cn BT"/>
              </a:rPr>
              <a:t> Advisor</a:t>
            </a:r>
            <a:endParaRPr sz="1100">
              <a:latin typeface="Swis721 Cn BT"/>
              <a:cs typeface="Swis721 Cn BT"/>
            </a:endParaRPr>
          </a:p>
          <a:p>
            <a:pPr marL="142240" indent="-129539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42240" algn="l"/>
              </a:tabLst>
            </a:pPr>
            <a:r>
              <a:rPr sz="1100" b="1" spc="-45" dirty="0">
                <a:solidFill>
                  <a:srgbClr val="231F20"/>
                </a:solidFill>
                <a:latin typeface="Swis721 Cn BT"/>
                <a:cs typeface="Swis721 Cn BT"/>
              </a:rPr>
              <a:t>Duty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Ofcer</a:t>
            </a:r>
            <a:endParaRPr sz="1100">
              <a:latin typeface="Swis721 Cn BT"/>
              <a:cs typeface="Swis721 Cn BT"/>
            </a:endParaRPr>
          </a:p>
          <a:p>
            <a:pPr marL="142240" indent="-129539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42240" algn="l"/>
              </a:tabLst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Wardens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973984" y="3368687"/>
            <a:ext cx="1181735" cy="8870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2240" indent="-129539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142240" algn="l"/>
              </a:tabLst>
            </a:pPr>
            <a:r>
              <a:rPr sz="1100" b="1" spc="-40" dirty="0">
                <a:solidFill>
                  <a:srgbClr val="231F20"/>
                </a:solidFill>
                <a:latin typeface="Swis721 Cn BT"/>
                <a:cs typeface="Swis721 Cn BT"/>
              </a:rPr>
              <a:t>Coordinator-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0" dirty="0">
                <a:solidFill>
                  <a:srgbClr val="231F20"/>
                </a:solidFill>
                <a:latin typeface="Swis721 Cn BT"/>
                <a:cs typeface="Swis721 Cn BT"/>
              </a:rPr>
              <a:t>IQAC</a:t>
            </a:r>
            <a:endParaRPr sz="1100">
              <a:latin typeface="Swis721 Cn BT"/>
              <a:cs typeface="Swis721 Cn BT"/>
            </a:endParaRPr>
          </a:p>
          <a:p>
            <a:pPr marL="142240" indent="-129539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42240" algn="l"/>
              </a:tabLst>
            </a:pPr>
            <a:r>
              <a:rPr sz="1100" b="1" spc="-35" dirty="0">
                <a:solidFill>
                  <a:srgbClr val="231F20"/>
                </a:solidFill>
                <a:latin typeface="Swis721 Cn BT"/>
                <a:cs typeface="Swis721 Cn BT"/>
              </a:rPr>
              <a:t>Director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Placement</a:t>
            </a:r>
            <a:endParaRPr sz="1100">
              <a:latin typeface="Swis721 Cn BT"/>
              <a:cs typeface="Swis721 Cn BT"/>
            </a:endParaRPr>
          </a:p>
          <a:p>
            <a:pPr marL="142240" indent="-129539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42240" algn="l"/>
              </a:tabLst>
            </a:pPr>
            <a:r>
              <a:rPr sz="1100" b="1" spc="-35" dirty="0">
                <a:solidFill>
                  <a:srgbClr val="231F20"/>
                </a:solidFill>
                <a:latin typeface="Swis721 Cn BT"/>
                <a:cs typeface="Swis721 Cn BT"/>
              </a:rPr>
              <a:t>Director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35" dirty="0">
                <a:solidFill>
                  <a:srgbClr val="231F20"/>
                </a:solidFill>
                <a:latin typeface="Swis721 Cn BT"/>
                <a:cs typeface="Swis721 Cn BT"/>
              </a:rPr>
              <a:t>Networking</a:t>
            </a:r>
            <a:endParaRPr sz="1100">
              <a:latin typeface="Swis721 Cn BT"/>
              <a:cs typeface="Swis721 Cn BT"/>
            </a:endParaRPr>
          </a:p>
          <a:p>
            <a:pPr marL="142240" indent="-129539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142240" algn="l"/>
              </a:tabLst>
            </a:pPr>
            <a:r>
              <a:rPr sz="1100" b="1" spc="-35" dirty="0">
                <a:solidFill>
                  <a:srgbClr val="231F20"/>
                </a:solidFill>
                <a:latin typeface="Swis721 Cn BT"/>
                <a:cs typeface="Swis721 Cn BT"/>
              </a:rPr>
              <a:t>Director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0" dirty="0">
                <a:solidFill>
                  <a:srgbClr val="231F20"/>
                </a:solidFill>
                <a:latin typeface="Swis721 Cn BT"/>
                <a:cs typeface="Swis721 Cn BT"/>
              </a:rPr>
              <a:t>UCIR</a:t>
            </a:r>
            <a:endParaRPr sz="1100">
              <a:latin typeface="Swis721 Cn BT"/>
              <a:cs typeface="Swis721 Cn BT"/>
            </a:endParaRPr>
          </a:p>
          <a:p>
            <a:pPr marL="142240" indent="-129539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42240" algn="l"/>
              </a:tabLst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Librarian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453252" y="3357225"/>
            <a:ext cx="3747135" cy="2034539"/>
          </a:xfrm>
          <a:custGeom>
            <a:avLst/>
            <a:gdLst/>
            <a:ahLst/>
            <a:cxnLst/>
            <a:rect l="l" t="t" r="r" b="b"/>
            <a:pathLst>
              <a:path w="3747134" h="2034539">
                <a:moveTo>
                  <a:pt x="1165092" y="361368"/>
                </a:moveTo>
                <a:lnTo>
                  <a:pt x="2163315" y="361368"/>
                </a:lnTo>
                <a:lnTo>
                  <a:pt x="2163315" y="722391"/>
                </a:lnTo>
                <a:lnTo>
                  <a:pt x="1165092" y="722391"/>
                </a:lnTo>
                <a:lnTo>
                  <a:pt x="1165092" y="361368"/>
                </a:lnTo>
                <a:close/>
              </a:path>
              <a:path w="3747134" h="2034539">
                <a:moveTo>
                  <a:pt x="1149850" y="926744"/>
                </a:moveTo>
                <a:lnTo>
                  <a:pt x="2255950" y="926744"/>
                </a:lnTo>
                <a:lnTo>
                  <a:pt x="2255950" y="2034363"/>
                </a:lnTo>
                <a:lnTo>
                  <a:pt x="1149850" y="2034363"/>
                </a:lnTo>
                <a:lnTo>
                  <a:pt x="1149850" y="926744"/>
                </a:lnTo>
                <a:close/>
              </a:path>
              <a:path w="3747134" h="2034539">
                <a:moveTo>
                  <a:pt x="2492874" y="0"/>
                </a:moveTo>
                <a:lnTo>
                  <a:pt x="3746620" y="0"/>
                </a:lnTo>
                <a:lnTo>
                  <a:pt x="3746620" y="892515"/>
                </a:lnTo>
                <a:lnTo>
                  <a:pt x="2492874" y="892515"/>
                </a:lnTo>
                <a:lnTo>
                  <a:pt x="2492874" y="0"/>
                </a:lnTo>
                <a:close/>
              </a:path>
              <a:path w="3747134" h="2034539">
                <a:moveTo>
                  <a:pt x="0" y="1199225"/>
                </a:moveTo>
                <a:lnTo>
                  <a:pt x="998222" y="1199225"/>
                </a:lnTo>
                <a:lnTo>
                  <a:pt x="998222" y="1560247"/>
                </a:lnTo>
                <a:lnTo>
                  <a:pt x="0" y="1560247"/>
                </a:lnTo>
                <a:lnTo>
                  <a:pt x="0" y="1199225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1713410" y="3710953"/>
            <a:ext cx="65849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1594" marR="5080" indent="-4953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AR</a:t>
            </a:r>
            <a:r>
              <a:rPr sz="1100" b="1" spc="2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-</a:t>
            </a:r>
            <a:r>
              <a:rPr sz="1100" b="1" spc="2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Public Relations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755577" y="4278258"/>
            <a:ext cx="54610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9860" marR="5080" indent="-137795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Assistant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PRO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715869" y="4929772"/>
            <a:ext cx="60896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Assistants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568286" y="529003"/>
            <a:ext cx="11597640" cy="8535670"/>
          </a:xfrm>
          <a:custGeom>
            <a:avLst/>
            <a:gdLst/>
            <a:ahLst/>
            <a:cxnLst/>
            <a:rect l="l" t="t" r="r" b="b"/>
            <a:pathLst>
              <a:path w="11597640" h="8535670">
                <a:moveTo>
                  <a:pt x="9980261" y="3189589"/>
                </a:moveTo>
                <a:lnTo>
                  <a:pt x="10978484" y="3189589"/>
                </a:lnTo>
                <a:lnTo>
                  <a:pt x="10978484" y="3550612"/>
                </a:lnTo>
                <a:lnTo>
                  <a:pt x="9980261" y="3550612"/>
                </a:lnTo>
                <a:lnTo>
                  <a:pt x="9980261" y="3189589"/>
                </a:lnTo>
                <a:close/>
              </a:path>
              <a:path w="11597640" h="8535670">
                <a:moveTo>
                  <a:pt x="9965019" y="3759718"/>
                </a:moveTo>
                <a:lnTo>
                  <a:pt x="10963241" y="3759718"/>
                </a:lnTo>
                <a:lnTo>
                  <a:pt x="10963241" y="4120741"/>
                </a:lnTo>
                <a:lnTo>
                  <a:pt x="9965019" y="4120741"/>
                </a:lnTo>
                <a:lnTo>
                  <a:pt x="9965019" y="3759718"/>
                </a:lnTo>
                <a:close/>
              </a:path>
              <a:path w="11597640" h="8535670">
                <a:moveTo>
                  <a:pt x="9949776" y="4329846"/>
                </a:moveTo>
                <a:lnTo>
                  <a:pt x="10947999" y="4329846"/>
                </a:lnTo>
                <a:lnTo>
                  <a:pt x="10947999" y="4690869"/>
                </a:lnTo>
                <a:lnTo>
                  <a:pt x="9949776" y="4690869"/>
                </a:lnTo>
                <a:lnTo>
                  <a:pt x="9949776" y="4329846"/>
                </a:lnTo>
                <a:close/>
              </a:path>
              <a:path w="11597640" h="8535670">
                <a:moveTo>
                  <a:pt x="5869724" y="4597575"/>
                </a:moveTo>
                <a:lnTo>
                  <a:pt x="6867946" y="4597575"/>
                </a:lnTo>
                <a:lnTo>
                  <a:pt x="6867946" y="4958596"/>
                </a:lnTo>
                <a:lnTo>
                  <a:pt x="5869724" y="4958596"/>
                </a:lnTo>
                <a:lnTo>
                  <a:pt x="5869724" y="4597575"/>
                </a:lnTo>
                <a:close/>
              </a:path>
              <a:path w="11597640" h="8535670">
                <a:moveTo>
                  <a:pt x="3592885" y="2366615"/>
                </a:moveTo>
                <a:lnTo>
                  <a:pt x="4591108" y="2366615"/>
                </a:lnTo>
                <a:lnTo>
                  <a:pt x="4591108" y="2727637"/>
                </a:lnTo>
                <a:lnTo>
                  <a:pt x="3592885" y="2727637"/>
                </a:lnTo>
                <a:lnTo>
                  <a:pt x="3592885" y="2366615"/>
                </a:lnTo>
                <a:close/>
              </a:path>
              <a:path w="11597640" h="8535670">
                <a:moveTo>
                  <a:pt x="4742737" y="2364221"/>
                </a:moveTo>
                <a:lnTo>
                  <a:pt x="5740958" y="2364221"/>
                </a:lnTo>
                <a:lnTo>
                  <a:pt x="5740958" y="2725243"/>
                </a:lnTo>
                <a:lnTo>
                  <a:pt x="4742737" y="2725243"/>
                </a:lnTo>
                <a:lnTo>
                  <a:pt x="4742737" y="2364221"/>
                </a:lnTo>
                <a:close/>
              </a:path>
              <a:path w="11597640" h="8535670">
                <a:moveTo>
                  <a:pt x="5892587" y="2361827"/>
                </a:moveTo>
                <a:lnTo>
                  <a:pt x="6890810" y="2361827"/>
                </a:lnTo>
                <a:lnTo>
                  <a:pt x="6890810" y="2722849"/>
                </a:lnTo>
                <a:lnTo>
                  <a:pt x="5892587" y="2722849"/>
                </a:lnTo>
                <a:lnTo>
                  <a:pt x="5892587" y="2361827"/>
                </a:lnTo>
                <a:close/>
              </a:path>
              <a:path w="11597640" h="8535670">
                <a:moveTo>
                  <a:pt x="7042438" y="2359436"/>
                </a:moveTo>
                <a:lnTo>
                  <a:pt x="8040660" y="2359436"/>
                </a:lnTo>
                <a:lnTo>
                  <a:pt x="8040660" y="2922944"/>
                </a:lnTo>
                <a:lnTo>
                  <a:pt x="7042438" y="2922944"/>
                </a:lnTo>
                <a:lnTo>
                  <a:pt x="7042438" y="2359436"/>
                </a:lnTo>
                <a:close/>
              </a:path>
              <a:path w="11597640" h="8535670">
                <a:moveTo>
                  <a:pt x="9974145" y="2357042"/>
                </a:moveTo>
                <a:lnTo>
                  <a:pt x="10972368" y="2357042"/>
                </a:lnTo>
                <a:lnTo>
                  <a:pt x="10972368" y="2919135"/>
                </a:lnTo>
                <a:lnTo>
                  <a:pt x="9974145" y="2919135"/>
                </a:lnTo>
                <a:lnTo>
                  <a:pt x="9974145" y="2357042"/>
                </a:lnTo>
                <a:close/>
              </a:path>
              <a:path w="11597640" h="8535670">
                <a:moveTo>
                  <a:pt x="5956888" y="0"/>
                </a:moveTo>
                <a:lnTo>
                  <a:pt x="5956888" y="129744"/>
                </a:lnTo>
              </a:path>
              <a:path w="11597640" h="8535670">
                <a:moveTo>
                  <a:pt x="5956888" y="816574"/>
                </a:moveTo>
                <a:lnTo>
                  <a:pt x="5956888" y="949262"/>
                </a:lnTo>
              </a:path>
              <a:path w="11597640" h="8535670">
                <a:moveTo>
                  <a:pt x="5956888" y="406601"/>
                </a:moveTo>
                <a:lnTo>
                  <a:pt x="5956888" y="539291"/>
                </a:lnTo>
              </a:path>
              <a:path w="11597640" h="8535670">
                <a:moveTo>
                  <a:pt x="5956888" y="1228158"/>
                </a:moveTo>
                <a:lnTo>
                  <a:pt x="5956888" y="1369037"/>
                </a:lnTo>
              </a:path>
              <a:path w="11597640" h="8535670">
                <a:moveTo>
                  <a:pt x="5956888" y="1649063"/>
                </a:moveTo>
                <a:lnTo>
                  <a:pt x="5956888" y="1789941"/>
                </a:lnTo>
              </a:path>
              <a:path w="11597640" h="8535670">
                <a:moveTo>
                  <a:pt x="5956888" y="2072679"/>
                </a:moveTo>
                <a:lnTo>
                  <a:pt x="5956888" y="2213557"/>
                </a:lnTo>
              </a:path>
              <a:path w="11597640" h="8535670">
                <a:moveTo>
                  <a:pt x="2942765" y="2216628"/>
                </a:moveTo>
                <a:lnTo>
                  <a:pt x="2942765" y="2367271"/>
                </a:lnTo>
              </a:path>
              <a:path w="11597640" h="8535670">
                <a:moveTo>
                  <a:pt x="2942765" y="3250815"/>
                </a:moveTo>
                <a:lnTo>
                  <a:pt x="2942765" y="3454290"/>
                </a:lnTo>
              </a:path>
              <a:path w="11597640" h="8535670">
                <a:moveTo>
                  <a:pt x="2943439" y="3824489"/>
                </a:moveTo>
                <a:lnTo>
                  <a:pt x="2943439" y="4027965"/>
                </a:lnTo>
              </a:path>
              <a:path w="11597640" h="8535670">
                <a:moveTo>
                  <a:pt x="615377" y="5523156"/>
                </a:moveTo>
                <a:lnTo>
                  <a:pt x="7304478" y="5523156"/>
                </a:lnTo>
              </a:path>
              <a:path w="11597640" h="8535670">
                <a:moveTo>
                  <a:pt x="3904452" y="7666769"/>
                </a:moveTo>
                <a:lnTo>
                  <a:pt x="4039275" y="7666769"/>
                </a:lnTo>
              </a:path>
              <a:path w="11597640" h="8535670">
                <a:moveTo>
                  <a:pt x="7663928" y="8535664"/>
                </a:moveTo>
                <a:lnTo>
                  <a:pt x="7798751" y="8535664"/>
                </a:lnTo>
              </a:path>
              <a:path w="11597640" h="8535670">
                <a:moveTo>
                  <a:pt x="3908677" y="8507873"/>
                </a:moveTo>
                <a:lnTo>
                  <a:pt x="4043502" y="8507873"/>
                </a:lnTo>
              </a:path>
              <a:path w="11597640" h="8535670">
                <a:moveTo>
                  <a:pt x="2854878" y="6250094"/>
                </a:moveTo>
                <a:lnTo>
                  <a:pt x="11597637" y="6250094"/>
                </a:lnTo>
              </a:path>
              <a:path w="11597640" h="8535670">
                <a:moveTo>
                  <a:pt x="4059316" y="3251121"/>
                </a:moveTo>
                <a:lnTo>
                  <a:pt x="4059316" y="3454596"/>
                </a:lnTo>
              </a:path>
              <a:path w="11597640" h="8535670">
                <a:moveTo>
                  <a:pt x="4059989" y="3824795"/>
                </a:moveTo>
                <a:lnTo>
                  <a:pt x="4059989" y="4028271"/>
                </a:lnTo>
              </a:path>
              <a:path w="11597640" h="8535670">
                <a:moveTo>
                  <a:pt x="4059989" y="4892469"/>
                </a:moveTo>
                <a:lnTo>
                  <a:pt x="4059989" y="5051210"/>
                </a:lnTo>
              </a:path>
              <a:path w="11597640" h="8535670">
                <a:moveTo>
                  <a:pt x="4059989" y="4386435"/>
                </a:moveTo>
                <a:lnTo>
                  <a:pt x="4059989" y="4531446"/>
                </a:lnTo>
              </a:path>
              <a:path w="11597640" h="8535670">
                <a:moveTo>
                  <a:pt x="7304478" y="5523156"/>
                </a:moveTo>
                <a:lnTo>
                  <a:pt x="7304478" y="5679756"/>
                </a:lnTo>
              </a:path>
              <a:path w="11597640" h="8535670">
                <a:moveTo>
                  <a:pt x="615377" y="5520968"/>
                </a:moveTo>
                <a:lnTo>
                  <a:pt x="615377" y="5677568"/>
                </a:lnTo>
              </a:path>
              <a:path w="11597640" h="8535670">
                <a:moveTo>
                  <a:pt x="4579217" y="6249496"/>
                </a:moveTo>
                <a:lnTo>
                  <a:pt x="4579217" y="6606785"/>
                </a:lnTo>
              </a:path>
              <a:path w="11597640" h="8535670">
                <a:moveTo>
                  <a:pt x="6351516" y="6252203"/>
                </a:moveTo>
                <a:lnTo>
                  <a:pt x="6351516" y="6609492"/>
                </a:lnTo>
              </a:path>
              <a:path w="11597640" h="8535670">
                <a:moveTo>
                  <a:pt x="8210699" y="6254128"/>
                </a:moveTo>
                <a:lnTo>
                  <a:pt x="8210699" y="6611418"/>
                </a:lnTo>
              </a:path>
              <a:path w="11597640" h="8535670">
                <a:moveTo>
                  <a:pt x="9896580" y="6250051"/>
                </a:moveTo>
                <a:lnTo>
                  <a:pt x="9896580" y="6607340"/>
                </a:lnTo>
              </a:path>
              <a:path w="11597640" h="8535670">
                <a:moveTo>
                  <a:pt x="11594468" y="6250094"/>
                </a:moveTo>
                <a:lnTo>
                  <a:pt x="11594468" y="6611480"/>
                </a:lnTo>
              </a:path>
              <a:path w="11597640" h="8535670">
                <a:moveTo>
                  <a:pt x="615377" y="6033093"/>
                </a:moveTo>
                <a:lnTo>
                  <a:pt x="615377" y="6155540"/>
                </a:lnTo>
              </a:path>
              <a:path w="11597640" h="8535670">
                <a:moveTo>
                  <a:pt x="1367628" y="7160505"/>
                </a:moveTo>
                <a:lnTo>
                  <a:pt x="1367628" y="7326043"/>
                </a:lnTo>
              </a:path>
              <a:path w="11597640" h="8535670">
                <a:moveTo>
                  <a:pt x="615377" y="6513948"/>
                </a:moveTo>
                <a:lnTo>
                  <a:pt x="615377" y="6601532"/>
                </a:lnTo>
              </a:path>
              <a:path w="11597640" h="8535670">
                <a:moveTo>
                  <a:pt x="0" y="7160505"/>
                </a:moveTo>
                <a:lnTo>
                  <a:pt x="0" y="7322310"/>
                </a:lnTo>
              </a:path>
              <a:path w="11597640" h="8535670">
                <a:moveTo>
                  <a:pt x="0" y="7686987"/>
                </a:moveTo>
                <a:lnTo>
                  <a:pt x="0" y="7895394"/>
                </a:lnTo>
              </a:path>
              <a:path w="11597640" h="8535670">
                <a:moveTo>
                  <a:pt x="1378468" y="7689236"/>
                </a:moveTo>
                <a:lnTo>
                  <a:pt x="1378468" y="7897644"/>
                </a:lnTo>
              </a:path>
              <a:path w="11597640" h="8535670">
                <a:moveTo>
                  <a:pt x="0" y="8256154"/>
                </a:moveTo>
                <a:lnTo>
                  <a:pt x="0" y="8486766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/>
          <p:cNvSpPr txBox="1"/>
          <p:nvPr/>
        </p:nvSpPr>
        <p:spPr>
          <a:xfrm>
            <a:off x="3627883" y="9915812"/>
            <a:ext cx="434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Faculty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527817" y="10501028"/>
            <a:ext cx="6388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Instructors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349825" y="9845040"/>
            <a:ext cx="998219" cy="946785"/>
          </a:xfrm>
          <a:custGeom>
            <a:avLst/>
            <a:gdLst/>
            <a:ahLst/>
            <a:cxnLst/>
            <a:rect l="l" t="t" r="r" b="b"/>
            <a:pathLst>
              <a:path w="998220" h="946784">
                <a:moveTo>
                  <a:pt x="0" y="0"/>
                </a:moveTo>
                <a:lnTo>
                  <a:pt x="998222" y="0"/>
                </a:lnTo>
                <a:lnTo>
                  <a:pt x="998222" y="361022"/>
                </a:lnTo>
                <a:lnTo>
                  <a:pt x="0" y="361022"/>
                </a:lnTo>
                <a:lnTo>
                  <a:pt x="0" y="0"/>
                </a:lnTo>
                <a:close/>
              </a:path>
              <a:path w="998220" h="946784">
                <a:moveTo>
                  <a:pt x="0" y="585216"/>
                </a:moveTo>
                <a:lnTo>
                  <a:pt x="998222" y="585216"/>
                </a:lnTo>
                <a:lnTo>
                  <a:pt x="998222" y="946238"/>
                </a:lnTo>
                <a:lnTo>
                  <a:pt x="0" y="946238"/>
                </a:lnTo>
                <a:lnTo>
                  <a:pt x="0" y="585216"/>
                </a:lnTo>
                <a:close/>
              </a:path>
              <a:path w="998220" h="946784">
                <a:moveTo>
                  <a:pt x="499111" y="358632"/>
                </a:moveTo>
                <a:lnTo>
                  <a:pt x="499111" y="589244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257642" y="9897542"/>
            <a:ext cx="434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Faculty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939033" y="9893517"/>
            <a:ext cx="434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Faculty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012701" y="9893517"/>
            <a:ext cx="434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Faculty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711481" y="9884968"/>
            <a:ext cx="434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Faculty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2410820" y="9883412"/>
            <a:ext cx="434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Faculty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157576" y="10501028"/>
            <a:ext cx="6388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Instructors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838967" y="10497004"/>
            <a:ext cx="6388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Instructors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912636" y="10497004"/>
            <a:ext cx="6388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Instructors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320820" y="10490059"/>
            <a:ext cx="6388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Instructors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611091" y="10485300"/>
            <a:ext cx="6388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Instructors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979584" y="9830910"/>
            <a:ext cx="8161655" cy="960755"/>
          </a:xfrm>
          <a:custGeom>
            <a:avLst/>
            <a:gdLst/>
            <a:ahLst/>
            <a:cxnLst/>
            <a:rect l="l" t="t" r="r" b="b"/>
            <a:pathLst>
              <a:path w="8161655" h="960754">
                <a:moveTo>
                  <a:pt x="0" y="14130"/>
                </a:moveTo>
                <a:lnTo>
                  <a:pt x="998222" y="14130"/>
                </a:lnTo>
                <a:lnTo>
                  <a:pt x="998222" y="375152"/>
                </a:lnTo>
                <a:lnTo>
                  <a:pt x="0" y="375152"/>
                </a:lnTo>
                <a:lnTo>
                  <a:pt x="0" y="14130"/>
                </a:lnTo>
                <a:close/>
              </a:path>
              <a:path w="8161655" h="960754">
                <a:moveTo>
                  <a:pt x="1681391" y="10105"/>
                </a:moveTo>
                <a:lnTo>
                  <a:pt x="2679613" y="10105"/>
                </a:lnTo>
                <a:lnTo>
                  <a:pt x="2679613" y="371128"/>
                </a:lnTo>
                <a:lnTo>
                  <a:pt x="1681391" y="371128"/>
                </a:lnTo>
                <a:lnTo>
                  <a:pt x="1681391" y="10105"/>
                </a:lnTo>
                <a:close/>
              </a:path>
              <a:path w="8161655" h="960754">
                <a:moveTo>
                  <a:pt x="3755058" y="10105"/>
                </a:moveTo>
                <a:lnTo>
                  <a:pt x="4753281" y="10105"/>
                </a:lnTo>
                <a:lnTo>
                  <a:pt x="4753281" y="371128"/>
                </a:lnTo>
                <a:lnTo>
                  <a:pt x="3755058" y="371128"/>
                </a:lnTo>
                <a:lnTo>
                  <a:pt x="3755058" y="10105"/>
                </a:lnTo>
                <a:close/>
              </a:path>
              <a:path w="8161655" h="960754">
                <a:moveTo>
                  <a:pt x="5453838" y="1555"/>
                </a:moveTo>
                <a:lnTo>
                  <a:pt x="6452059" y="1555"/>
                </a:lnTo>
                <a:lnTo>
                  <a:pt x="6452059" y="362578"/>
                </a:lnTo>
                <a:lnTo>
                  <a:pt x="5453838" y="362578"/>
                </a:lnTo>
                <a:lnTo>
                  <a:pt x="5453838" y="1555"/>
                </a:lnTo>
                <a:close/>
              </a:path>
              <a:path w="8161655" h="960754">
                <a:moveTo>
                  <a:pt x="7153178" y="0"/>
                </a:moveTo>
                <a:lnTo>
                  <a:pt x="8151401" y="0"/>
                </a:lnTo>
                <a:lnTo>
                  <a:pt x="8151401" y="361022"/>
                </a:lnTo>
                <a:lnTo>
                  <a:pt x="7153178" y="361022"/>
                </a:lnTo>
                <a:lnTo>
                  <a:pt x="7153178" y="0"/>
                </a:lnTo>
                <a:close/>
              </a:path>
              <a:path w="8161655" h="960754">
                <a:moveTo>
                  <a:pt x="0" y="599346"/>
                </a:moveTo>
                <a:lnTo>
                  <a:pt x="998222" y="599346"/>
                </a:lnTo>
                <a:lnTo>
                  <a:pt x="998222" y="960368"/>
                </a:lnTo>
                <a:lnTo>
                  <a:pt x="0" y="960368"/>
                </a:lnTo>
                <a:lnTo>
                  <a:pt x="0" y="599346"/>
                </a:lnTo>
                <a:close/>
              </a:path>
              <a:path w="8161655" h="960754">
                <a:moveTo>
                  <a:pt x="1681391" y="595321"/>
                </a:moveTo>
                <a:lnTo>
                  <a:pt x="2679613" y="595321"/>
                </a:lnTo>
                <a:lnTo>
                  <a:pt x="2679613" y="956344"/>
                </a:lnTo>
                <a:lnTo>
                  <a:pt x="1681391" y="956344"/>
                </a:lnTo>
                <a:lnTo>
                  <a:pt x="1681391" y="595321"/>
                </a:lnTo>
                <a:close/>
              </a:path>
              <a:path w="8161655" h="960754">
                <a:moveTo>
                  <a:pt x="3755058" y="595321"/>
                </a:moveTo>
                <a:lnTo>
                  <a:pt x="4753281" y="595321"/>
                </a:lnTo>
                <a:lnTo>
                  <a:pt x="4753281" y="956344"/>
                </a:lnTo>
                <a:lnTo>
                  <a:pt x="3755058" y="956344"/>
                </a:lnTo>
                <a:lnTo>
                  <a:pt x="3755058" y="595321"/>
                </a:lnTo>
                <a:close/>
              </a:path>
              <a:path w="8161655" h="960754">
                <a:moveTo>
                  <a:pt x="7163244" y="588377"/>
                </a:moveTo>
                <a:lnTo>
                  <a:pt x="8161465" y="588377"/>
                </a:lnTo>
                <a:lnTo>
                  <a:pt x="8161465" y="949399"/>
                </a:lnTo>
                <a:lnTo>
                  <a:pt x="7163244" y="949399"/>
                </a:lnTo>
                <a:lnTo>
                  <a:pt x="7163244" y="588377"/>
                </a:lnTo>
                <a:close/>
              </a:path>
              <a:path w="8161655" h="960754">
                <a:moveTo>
                  <a:pt x="5453513" y="583618"/>
                </a:moveTo>
                <a:lnTo>
                  <a:pt x="6451735" y="583618"/>
                </a:lnTo>
                <a:lnTo>
                  <a:pt x="6451735" y="944641"/>
                </a:lnTo>
                <a:lnTo>
                  <a:pt x="5453513" y="944641"/>
                </a:lnTo>
                <a:lnTo>
                  <a:pt x="5453513" y="583618"/>
                </a:lnTo>
                <a:close/>
              </a:path>
              <a:path w="8161655" h="960754">
                <a:moveTo>
                  <a:pt x="499111" y="372762"/>
                </a:moveTo>
                <a:lnTo>
                  <a:pt x="499111" y="603374"/>
                </a:lnTo>
              </a:path>
              <a:path w="8161655" h="960754">
                <a:moveTo>
                  <a:pt x="2180502" y="368738"/>
                </a:moveTo>
                <a:lnTo>
                  <a:pt x="2180502" y="599349"/>
                </a:lnTo>
              </a:path>
              <a:path w="8161655" h="960754">
                <a:moveTo>
                  <a:pt x="4254169" y="368738"/>
                </a:moveTo>
                <a:lnTo>
                  <a:pt x="4254169" y="599349"/>
                </a:lnTo>
              </a:path>
              <a:path w="8161655" h="960754">
                <a:moveTo>
                  <a:pt x="7662354" y="361793"/>
                </a:moveTo>
                <a:lnTo>
                  <a:pt x="7662354" y="592405"/>
                </a:lnTo>
              </a:path>
              <a:path w="8161655" h="960754">
                <a:moveTo>
                  <a:pt x="5952624" y="357033"/>
                </a:moveTo>
                <a:lnTo>
                  <a:pt x="5952624" y="587646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2596367" y="8497297"/>
            <a:ext cx="4343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Faculty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493310" y="9082513"/>
            <a:ext cx="63881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Instructors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2314976" y="7562003"/>
            <a:ext cx="10450830" cy="2281555"/>
          </a:xfrm>
          <a:custGeom>
            <a:avLst/>
            <a:gdLst/>
            <a:ahLst/>
            <a:cxnLst/>
            <a:rect l="l" t="t" r="r" b="b"/>
            <a:pathLst>
              <a:path w="10450830" h="2281554">
                <a:moveTo>
                  <a:pt x="3049" y="864522"/>
                </a:moveTo>
                <a:lnTo>
                  <a:pt x="1001271" y="864522"/>
                </a:lnTo>
                <a:lnTo>
                  <a:pt x="1001271" y="1225544"/>
                </a:lnTo>
                <a:lnTo>
                  <a:pt x="3049" y="1225544"/>
                </a:lnTo>
                <a:lnTo>
                  <a:pt x="3049" y="864522"/>
                </a:lnTo>
                <a:close/>
              </a:path>
              <a:path w="10450830" h="2281554">
                <a:moveTo>
                  <a:pt x="0" y="1449738"/>
                </a:moveTo>
                <a:lnTo>
                  <a:pt x="998222" y="1449738"/>
                </a:lnTo>
                <a:lnTo>
                  <a:pt x="998222" y="1810760"/>
                </a:lnTo>
                <a:lnTo>
                  <a:pt x="0" y="1810760"/>
                </a:lnTo>
                <a:lnTo>
                  <a:pt x="0" y="1449738"/>
                </a:lnTo>
                <a:close/>
              </a:path>
              <a:path w="10450830" h="2281554">
                <a:moveTo>
                  <a:pt x="631778" y="1223154"/>
                </a:moveTo>
                <a:lnTo>
                  <a:pt x="631778" y="1453766"/>
                </a:lnTo>
              </a:path>
              <a:path w="10450830" h="2281554">
                <a:moveTo>
                  <a:pt x="4838533" y="1122908"/>
                </a:moveTo>
                <a:lnTo>
                  <a:pt x="4973356" y="1122908"/>
                </a:lnTo>
              </a:path>
              <a:path w="10450830" h="2281554">
                <a:moveTo>
                  <a:pt x="4850776" y="435467"/>
                </a:moveTo>
                <a:lnTo>
                  <a:pt x="4985600" y="435467"/>
                </a:lnTo>
              </a:path>
              <a:path w="10450830" h="2281554">
                <a:moveTo>
                  <a:pt x="4846427" y="1814299"/>
                </a:moveTo>
                <a:lnTo>
                  <a:pt x="4981251" y="1814299"/>
                </a:lnTo>
              </a:path>
              <a:path w="10450830" h="2281554">
                <a:moveTo>
                  <a:pt x="1533960" y="1458026"/>
                </a:moveTo>
                <a:lnTo>
                  <a:pt x="1668783" y="1458026"/>
                </a:lnTo>
              </a:path>
              <a:path w="10450830" h="2281554">
                <a:moveTo>
                  <a:pt x="1543190" y="640069"/>
                </a:moveTo>
                <a:lnTo>
                  <a:pt x="1678014" y="640069"/>
                </a:lnTo>
              </a:path>
              <a:path w="10450830" h="2281554">
                <a:moveTo>
                  <a:pt x="1533960" y="128121"/>
                </a:moveTo>
                <a:lnTo>
                  <a:pt x="1533960" y="2279135"/>
                </a:lnTo>
              </a:path>
              <a:path w="10450830" h="2281554">
                <a:moveTo>
                  <a:pt x="6924448" y="607965"/>
                </a:moveTo>
                <a:lnTo>
                  <a:pt x="7059272" y="607965"/>
                </a:lnTo>
              </a:path>
              <a:path w="10450830" h="2281554">
                <a:moveTo>
                  <a:pt x="10315573" y="617371"/>
                </a:moveTo>
                <a:lnTo>
                  <a:pt x="10450396" y="617371"/>
                </a:lnTo>
              </a:path>
              <a:path w="10450830" h="2281554">
                <a:moveTo>
                  <a:pt x="10313578" y="1508577"/>
                </a:moveTo>
                <a:lnTo>
                  <a:pt x="10448403" y="1508577"/>
                </a:lnTo>
              </a:path>
              <a:path w="10450830" h="2281554">
                <a:moveTo>
                  <a:pt x="3163719" y="141404"/>
                </a:moveTo>
                <a:lnTo>
                  <a:pt x="3163719" y="2281514"/>
                </a:lnTo>
              </a:path>
              <a:path w="10450830" h="2281554">
                <a:moveTo>
                  <a:pt x="4845110" y="1375"/>
                </a:moveTo>
                <a:lnTo>
                  <a:pt x="4845110" y="2272572"/>
                </a:lnTo>
              </a:path>
              <a:path w="10450830" h="2281554">
                <a:moveTo>
                  <a:pt x="6918778" y="8125"/>
                </a:moveTo>
                <a:lnTo>
                  <a:pt x="6918778" y="2271671"/>
                </a:lnTo>
              </a:path>
              <a:path w="10450830" h="2281554">
                <a:moveTo>
                  <a:pt x="8617557" y="0"/>
                </a:moveTo>
                <a:lnTo>
                  <a:pt x="8617557" y="2273745"/>
                </a:lnTo>
              </a:path>
              <a:path w="10450830" h="2281554">
                <a:moveTo>
                  <a:pt x="10316898" y="1120"/>
                </a:moveTo>
                <a:lnTo>
                  <a:pt x="10316898" y="2271946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11239129" y="7925613"/>
            <a:ext cx="899160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Director</a:t>
            </a:r>
            <a:r>
              <a:rPr sz="1100" b="1" spc="500" dirty="0">
                <a:solidFill>
                  <a:srgbClr val="231F20"/>
                </a:solidFill>
                <a:latin typeface="Swis721 Cn BT"/>
                <a:cs typeface="Swis721 Cn BT"/>
              </a:rPr>
              <a:t>  </a:t>
            </a: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AMET</a:t>
            </a:r>
            <a:r>
              <a:rPr sz="1100" b="1" spc="55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Business School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1366633" y="8886258"/>
            <a:ext cx="63944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7630">
              <a:lnSpc>
                <a:spcPct val="102800"/>
              </a:lnSpc>
              <a:spcBef>
                <a:spcPts val="90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Head</a:t>
            </a:r>
            <a:r>
              <a:rPr sz="1100" b="1" spc="50" dirty="0">
                <a:solidFill>
                  <a:srgbClr val="231F20"/>
                </a:solidFill>
                <a:latin typeface="Swis721 Cn BT"/>
                <a:cs typeface="Swis721 Cn BT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Swis721 Cn BT"/>
                <a:cs typeface="Swis721 Cn BT"/>
              </a:rPr>
              <a:t>of 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Commerce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304129" y="2738429"/>
            <a:ext cx="9006205" cy="6644005"/>
          </a:xfrm>
          <a:custGeom>
            <a:avLst/>
            <a:gdLst/>
            <a:ahLst/>
            <a:cxnLst/>
            <a:rect l="l" t="t" r="r" b="b"/>
            <a:pathLst>
              <a:path w="9006205" h="6644005">
                <a:moveTo>
                  <a:pt x="7758907" y="5160818"/>
                </a:moveTo>
                <a:lnTo>
                  <a:pt x="9005796" y="5160818"/>
                </a:lnTo>
                <a:lnTo>
                  <a:pt x="9005796" y="5778248"/>
                </a:lnTo>
                <a:lnTo>
                  <a:pt x="7758907" y="5778248"/>
                </a:lnTo>
                <a:lnTo>
                  <a:pt x="7758907" y="5160818"/>
                </a:lnTo>
                <a:close/>
              </a:path>
              <a:path w="9006205" h="6644005">
                <a:moveTo>
                  <a:pt x="7758907" y="6026424"/>
                </a:moveTo>
                <a:lnTo>
                  <a:pt x="9005796" y="6026424"/>
                </a:lnTo>
                <a:lnTo>
                  <a:pt x="9005796" y="6643853"/>
                </a:lnTo>
                <a:lnTo>
                  <a:pt x="7758907" y="6643853"/>
                </a:lnTo>
                <a:lnTo>
                  <a:pt x="7758907" y="6026424"/>
                </a:lnTo>
                <a:close/>
              </a:path>
              <a:path w="9006205" h="6644005">
                <a:moveTo>
                  <a:pt x="7624588" y="5448915"/>
                </a:moveTo>
                <a:lnTo>
                  <a:pt x="7759411" y="5448915"/>
                </a:lnTo>
              </a:path>
              <a:path w="9006205" h="6644005">
                <a:moveTo>
                  <a:pt x="7624588" y="6334031"/>
                </a:moveTo>
                <a:lnTo>
                  <a:pt x="7759411" y="6334031"/>
                </a:lnTo>
              </a:path>
              <a:path w="9006205" h="6644005">
                <a:moveTo>
                  <a:pt x="1119035" y="4040668"/>
                </a:moveTo>
                <a:lnTo>
                  <a:pt x="1119035" y="4401654"/>
                </a:lnTo>
              </a:path>
              <a:path w="9006205" h="6644005">
                <a:moveTo>
                  <a:pt x="5570155" y="3826962"/>
                </a:moveTo>
                <a:lnTo>
                  <a:pt x="5570155" y="4050207"/>
                </a:lnTo>
              </a:path>
              <a:path w="9006205" h="6644005">
                <a:moveTo>
                  <a:pt x="3493843" y="1041695"/>
                </a:moveTo>
                <a:lnTo>
                  <a:pt x="3493843" y="1245171"/>
                </a:lnTo>
              </a:path>
              <a:path w="9006205" h="6644005">
                <a:moveTo>
                  <a:pt x="3494516" y="1615370"/>
                </a:moveTo>
                <a:lnTo>
                  <a:pt x="3494516" y="1818845"/>
                </a:lnTo>
              </a:path>
              <a:path w="9006205" h="6644005">
                <a:moveTo>
                  <a:pt x="4631105" y="2184709"/>
                </a:moveTo>
                <a:lnTo>
                  <a:pt x="4631105" y="2388185"/>
                </a:lnTo>
              </a:path>
              <a:path w="9006205" h="6644005">
                <a:moveTo>
                  <a:pt x="4630432" y="1041699"/>
                </a:moveTo>
                <a:lnTo>
                  <a:pt x="4630432" y="1245175"/>
                </a:lnTo>
              </a:path>
              <a:path w="9006205" h="6644005">
                <a:moveTo>
                  <a:pt x="4631105" y="1615373"/>
                </a:moveTo>
                <a:lnTo>
                  <a:pt x="4631105" y="1818849"/>
                </a:lnTo>
              </a:path>
              <a:path w="9006205" h="6644005">
                <a:moveTo>
                  <a:pt x="5767020" y="1340102"/>
                </a:moveTo>
                <a:lnTo>
                  <a:pt x="5767020" y="1543578"/>
                </a:lnTo>
              </a:path>
              <a:path w="9006205" h="6644005">
                <a:moveTo>
                  <a:pt x="8728351" y="1338385"/>
                </a:moveTo>
                <a:lnTo>
                  <a:pt x="8728351" y="1550292"/>
                </a:lnTo>
              </a:path>
              <a:path w="9006205" h="6644005">
                <a:moveTo>
                  <a:pt x="8728351" y="1913882"/>
                </a:moveTo>
                <a:lnTo>
                  <a:pt x="8728351" y="2125788"/>
                </a:lnTo>
              </a:path>
              <a:path w="9006205" h="6644005">
                <a:moveTo>
                  <a:pt x="1206921" y="520606"/>
                </a:moveTo>
                <a:lnTo>
                  <a:pt x="1206921" y="677764"/>
                </a:lnTo>
              </a:path>
              <a:path w="9006205" h="6644005">
                <a:moveTo>
                  <a:pt x="0" y="534088"/>
                </a:moveTo>
                <a:lnTo>
                  <a:pt x="0" y="3313730"/>
                </a:lnTo>
              </a:path>
              <a:path w="9006205" h="6644005">
                <a:moveTo>
                  <a:pt x="2323472" y="515576"/>
                </a:moveTo>
                <a:lnTo>
                  <a:pt x="2323472" y="677764"/>
                </a:lnTo>
              </a:path>
              <a:path w="9006205" h="6644005">
                <a:moveTo>
                  <a:pt x="3493843" y="515576"/>
                </a:moveTo>
                <a:lnTo>
                  <a:pt x="3493843" y="677764"/>
                </a:lnTo>
              </a:path>
              <a:path w="9006205" h="6644005">
                <a:moveTo>
                  <a:pt x="4630432" y="515576"/>
                </a:moveTo>
                <a:lnTo>
                  <a:pt x="4630432" y="677764"/>
                </a:lnTo>
              </a:path>
              <a:path w="9006205" h="6644005">
                <a:moveTo>
                  <a:pt x="2323472" y="4611"/>
                </a:moveTo>
                <a:lnTo>
                  <a:pt x="2323472" y="155253"/>
                </a:lnTo>
              </a:path>
              <a:path w="9006205" h="6644005">
                <a:moveTo>
                  <a:pt x="3493843" y="6897"/>
                </a:moveTo>
                <a:lnTo>
                  <a:pt x="3493843" y="157539"/>
                </a:lnTo>
              </a:path>
              <a:path w="9006205" h="6644005">
                <a:moveTo>
                  <a:pt x="4630432" y="2321"/>
                </a:moveTo>
                <a:lnTo>
                  <a:pt x="4630432" y="152963"/>
                </a:lnTo>
              </a:path>
              <a:path w="9006205" h="6644005">
                <a:moveTo>
                  <a:pt x="5767020" y="713519"/>
                </a:moveTo>
                <a:lnTo>
                  <a:pt x="5767020" y="980164"/>
                </a:lnTo>
              </a:path>
              <a:path w="9006205" h="6644005">
                <a:moveTo>
                  <a:pt x="5767020" y="2317"/>
                </a:moveTo>
                <a:lnTo>
                  <a:pt x="5767020" y="152960"/>
                </a:lnTo>
              </a:path>
              <a:path w="9006205" h="6644005">
                <a:moveTo>
                  <a:pt x="8728351" y="709710"/>
                </a:moveTo>
                <a:lnTo>
                  <a:pt x="8728351" y="980164"/>
                </a:lnTo>
              </a:path>
              <a:path w="9006205" h="6644005">
                <a:moveTo>
                  <a:pt x="8728351" y="0"/>
                </a:moveTo>
                <a:lnTo>
                  <a:pt x="8728351" y="140878"/>
                </a:lnTo>
              </a:path>
              <a:path w="9006205" h="6644005">
                <a:moveTo>
                  <a:pt x="0" y="4132"/>
                </a:moveTo>
                <a:lnTo>
                  <a:pt x="0" y="160322"/>
                </a:lnTo>
              </a:path>
              <a:path w="9006205" h="6644005">
                <a:moveTo>
                  <a:pt x="2440" y="4132"/>
                </a:moveTo>
                <a:lnTo>
                  <a:pt x="8728351" y="4132"/>
                </a:lnTo>
              </a:path>
              <a:path w="9006205" h="6644005">
                <a:moveTo>
                  <a:pt x="7269397" y="2317"/>
                </a:moveTo>
                <a:lnTo>
                  <a:pt x="7269397" y="618595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6493587" y="5058025"/>
            <a:ext cx="608965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1750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Accounts Assistants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295781" y="4917951"/>
            <a:ext cx="998219" cy="503555"/>
          </a:xfrm>
          <a:custGeom>
            <a:avLst/>
            <a:gdLst/>
            <a:ahLst/>
            <a:cxnLst/>
            <a:rect l="l" t="t" r="r" b="b"/>
            <a:pathLst>
              <a:path w="998220" h="503554">
                <a:moveTo>
                  <a:pt x="0" y="142304"/>
                </a:moveTo>
                <a:lnTo>
                  <a:pt x="998222" y="142304"/>
                </a:lnTo>
                <a:lnTo>
                  <a:pt x="998222" y="503327"/>
                </a:lnTo>
                <a:lnTo>
                  <a:pt x="0" y="503327"/>
                </a:lnTo>
                <a:lnTo>
                  <a:pt x="0" y="142304"/>
                </a:lnTo>
                <a:close/>
              </a:path>
              <a:path w="998220" h="503554">
                <a:moveTo>
                  <a:pt x="502865" y="0"/>
                </a:moveTo>
                <a:lnTo>
                  <a:pt x="502865" y="145844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C4EFD5E-5546-B251-31D8-168CD35BB312}"/>
              </a:ext>
            </a:extLst>
          </p:cNvPr>
          <p:cNvSpPr/>
          <p:nvPr/>
        </p:nvSpPr>
        <p:spPr>
          <a:xfrm>
            <a:off x="6830928" y="1897470"/>
            <a:ext cx="1411114" cy="257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EFF25AB-9DBA-ED48-AA14-162DEE19003A}"/>
              </a:ext>
            </a:extLst>
          </p:cNvPr>
          <p:cNvSpPr/>
          <p:nvPr/>
        </p:nvSpPr>
        <p:spPr>
          <a:xfrm>
            <a:off x="6830928" y="2305753"/>
            <a:ext cx="1411114" cy="257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C4E0529-C518-241D-24A7-247C6F3A785C}"/>
              </a:ext>
            </a:extLst>
          </p:cNvPr>
          <p:cNvSpPr/>
          <p:nvPr/>
        </p:nvSpPr>
        <p:spPr>
          <a:xfrm>
            <a:off x="7453252" y="424808"/>
            <a:ext cx="125984" cy="1077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bject 86"/>
          <p:cNvSpPr txBox="1"/>
          <p:nvPr/>
        </p:nvSpPr>
        <p:spPr>
          <a:xfrm>
            <a:off x="5308622" y="920741"/>
            <a:ext cx="472851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231F20"/>
                </a:solidFill>
                <a:latin typeface="Arial"/>
                <a:cs typeface="Arial"/>
              </a:rPr>
              <a:t>ORGANOGRAM</a:t>
            </a:r>
            <a:r>
              <a:rPr sz="2800" b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2800" b="1" spc="-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231F20"/>
                </a:solidFill>
                <a:latin typeface="Arial"/>
                <a:cs typeface="Arial"/>
              </a:rPr>
              <a:t>AMET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F17D496-1A0B-34E9-DD87-4DFCC33E98E6}"/>
              </a:ext>
            </a:extLst>
          </p:cNvPr>
          <p:cNvSpPr/>
          <p:nvPr/>
        </p:nvSpPr>
        <p:spPr>
          <a:xfrm>
            <a:off x="2794420" y="2891765"/>
            <a:ext cx="1046787" cy="36255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/>
          <p:nvPr/>
        </p:nvSpPr>
        <p:spPr>
          <a:xfrm>
            <a:off x="2937081" y="2884126"/>
            <a:ext cx="85344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685" marR="5080" indent="-134620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Administration Academic</a:t>
            </a:r>
            <a:endParaRPr sz="1100" dirty="0">
              <a:latin typeface="Swis721 Cn BT"/>
              <a:cs typeface="Swis721 Cn BT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BABD777-BEBE-08BC-2E7F-7A62B3529258}"/>
              </a:ext>
            </a:extLst>
          </p:cNvPr>
          <p:cNvSpPr/>
          <p:nvPr/>
        </p:nvSpPr>
        <p:spPr>
          <a:xfrm>
            <a:off x="3980301" y="2891765"/>
            <a:ext cx="1046787" cy="36255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bject 3"/>
          <p:cNvSpPr txBox="1"/>
          <p:nvPr/>
        </p:nvSpPr>
        <p:spPr>
          <a:xfrm>
            <a:off x="4086933" y="2889080"/>
            <a:ext cx="853440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7470" marR="5080" indent="-65405">
              <a:lnSpc>
                <a:spcPct val="1028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Administration Examination</a:t>
            </a:r>
            <a:endParaRPr sz="1100">
              <a:latin typeface="Swis721 Cn BT"/>
              <a:cs typeface="Swis721 Cn BT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A4CA5D2-4DED-F084-FF9F-22BE306A2F22}"/>
              </a:ext>
            </a:extLst>
          </p:cNvPr>
          <p:cNvSpPr/>
          <p:nvPr/>
        </p:nvSpPr>
        <p:spPr>
          <a:xfrm>
            <a:off x="6830928" y="1538543"/>
            <a:ext cx="1411114" cy="257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object 89"/>
          <p:cNvSpPr txBox="1"/>
          <p:nvPr/>
        </p:nvSpPr>
        <p:spPr>
          <a:xfrm>
            <a:off x="6745058" y="1547488"/>
            <a:ext cx="1617980" cy="9912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20955" algn="ctr">
              <a:lnSpc>
                <a:spcPct val="100000"/>
              </a:lnSpc>
              <a:spcBef>
                <a:spcPts val="13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Chancellor</a:t>
            </a:r>
            <a:endParaRPr sz="1100" dirty="0">
              <a:latin typeface="Swis721 Cn BT"/>
              <a:cs typeface="Swis721 Cn BT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100" dirty="0">
              <a:latin typeface="Swis721 Cn BT"/>
              <a:cs typeface="Swis721 Cn BT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solidFill>
                  <a:srgbClr val="231F20"/>
                </a:solidFill>
                <a:latin typeface="Swis721 Cn BT"/>
                <a:cs typeface="Swis721 Cn BT"/>
              </a:rPr>
              <a:t>Vice-</a:t>
            </a: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Chancellor</a:t>
            </a:r>
            <a:endParaRPr sz="1100" dirty="0">
              <a:latin typeface="Swis721 Cn BT"/>
              <a:cs typeface="Swis721 Cn B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 dirty="0">
              <a:latin typeface="Swis721 Cn BT"/>
              <a:cs typeface="Swis721 Cn BT"/>
            </a:endParaRPr>
          </a:p>
          <a:p>
            <a:pPr marL="4445" algn="ctr">
              <a:lnSpc>
                <a:spcPct val="100000"/>
              </a:lnSpc>
              <a:spcBef>
                <a:spcPts val="300"/>
              </a:spcBef>
            </a:pPr>
            <a:r>
              <a:rPr sz="1100" b="1" spc="-10" dirty="0">
                <a:solidFill>
                  <a:srgbClr val="231F20"/>
                </a:solidFill>
                <a:latin typeface="Swis721 Cn BT"/>
                <a:cs typeface="Swis721 Cn BT"/>
              </a:rPr>
              <a:t>Registrar</a:t>
            </a:r>
            <a:endParaRPr sz="1100" dirty="0">
              <a:latin typeface="Swis721 Cn BT"/>
              <a:cs typeface="Swis721 Cn B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236</Words>
  <Application>Microsoft Office PowerPoint</Application>
  <PresentationFormat>Custom</PresentationFormat>
  <Paragraphs>90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Swis721 Cn BT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Organization_chart30.1.2021.cdr</dc:title>
  <dc:creator>user</dc:creator>
  <cp:lastModifiedBy>Thiru Mal</cp:lastModifiedBy>
  <cp:revision>3</cp:revision>
  <dcterms:created xsi:type="dcterms:W3CDTF">2026-04-07T03:51:58Z</dcterms:created>
  <dcterms:modified xsi:type="dcterms:W3CDTF">2026-04-07T04:10:54Z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2023-05-13T00:00:00Z</vt:filetime>
  </property>
  <property fmtid="{D5CDD505-2E9C-101B-9397-08002B2CF9AE}" pid="3" name="Creator">
    <vt:lpwstr>CorelDRAW 2020</vt:lpwstr>
  </property>
  <property fmtid="{D5CDD505-2E9C-101B-9397-08002B2CF9AE}" pid="4" name="LastSaved">
    <vt:filetime>2026-04-07T00:00:00Z</vt:filetime>
  </property>
  <property fmtid="{D5CDD505-2E9C-101B-9397-08002B2CF9AE}" pid="5" name="Producer">
    <vt:lpwstr>Corel PDF Engine Version 22.1.1.523</vt:lpwstr>
  </property>
</Properties>
</file>